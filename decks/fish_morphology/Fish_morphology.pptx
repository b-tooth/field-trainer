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 Gagen" userId="fdfd8bd4687875f8" providerId="LiveId" clId="{5C5A9CB6-5C9E-40BF-8C03-7F8C0B8E3AFC}"/>
    <pc:docChg chg="undo custSel addSld modSld">
      <pc:chgData name="Ant Gagen" userId="fdfd8bd4687875f8" providerId="LiveId" clId="{5C5A9CB6-5C9E-40BF-8C03-7F8C0B8E3AFC}" dt="2026-07-13T14:29:26.036" v="153" actId="207"/>
      <pc:docMkLst>
        <pc:docMk/>
      </pc:docMkLst>
      <pc:sldChg chg="addSp modSp mod">
        <pc:chgData name="Ant Gagen" userId="fdfd8bd4687875f8" providerId="LiveId" clId="{5C5A9CB6-5C9E-40BF-8C03-7F8C0B8E3AFC}" dt="2026-07-13T14:19:13.110" v="29" actId="207"/>
        <pc:sldMkLst>
          <pc:docMk/>
          <pc:sldMk cId="2635473894" sldId="256"/>
        </pc:sldMkLst>
        <pc:spChg chg="add mod">
          <ac:chgData name="Ant Gagen" userId="fdfd8bd4687875f8" providerId="LiveId" clId="{5C5A9CB6-5C9E-40BF-8C03-7F8C0B8E3AFC}" dt="2026-07-13T14:19:13.110" v="29" actId="207"/>
          <ac:spMkLst>
            <pc:docMk/>
            <pc:sldMk cId="2635473894" sldId="256"/>
            <ac:spMk id="6" creationId="{062AE62F-BCC5-99DE-C49E-3D2AC2070DFE}"/>
          </ac:spMkLst>
        </pc:spChg>
        <pc:spChg chg="add mod">
          <ac:chgData name="Ant Gagen" userId="fdfd8bd4687875f8" providerId="LiveId" clId="{5C5A9CB6-5C9E-40BF-8C03-7F8C0B8E3AFC}" dt="2026-07-13T14:16:51.565" v="3" actId="1076"/>
          <ac:spMkLst>
            <pc:docMk/>
            <pc:sldMk cId="2635473894" sldId="256"/>
            <ac:spMk id="8" creationId="{4281BDB9-91FC-B70B-0922-639DBAC09191}"/>
          </ac:spMkLst>
        </pc:spChg>
        <pc:spChg chg="add mod">
          <ac:chgData name="Ant Gagen" userId="fdfd8bd4687875f8" providerId="LiveId" clId="{5C5A9CB6-5C9E-40BF-8C03-7F8C0B8E3AFC}" dt="2026-07-13T14:16:57.422" v="5" actId="1076"/>
          <ac:spMkLst>
            <pc:docMk/>
            <pc:sldMk cId="2635473894" sldId="256"/>
            <ac:spMk id="10" creationId="{27AC8184-FB6C-57A0-E79B-392A2B137A98}"/>
          </ac:spMkLst>
        </pc:spChg>
        <pc:spChg chg="add mod">
          <ac:chgData name="Ant Gagen" userId="fdfd8bd4687875f8" providerId="LiveId" clId="{5C5A9CB6-5C9E-40BF-8C03-7F8C0B8E3AFC}" dt="2026-07-13T14:17:07.725" v="8" actId="14100"/>
          <ac:spMkLst>
            <pc:docMk/>
            <pc:sldMk cId="2635473894" sldId="256"/>
            <ac:spMk id="12" creationId="{67FC8D0F-CD31-D760-81B1-C95ECA63A69F}"/>
          </ac:spMkLst>
        </pc:spChg>
        <pc:spChg chg="add mod">
          <ac:chgData name="Ant Gagen" userId="fdfd8bd4687875f8" providerId="LiveId" clId="{5C5A9CB6-5C9E-40BF-8C03-7F8C0B8E3AFC}" dt="2026-07-13T14:17:22.053" v="10" actId="1076"/>
          <ac:spMkLst>
            <pc:docMk/>
            <pc:sldMk cId="2635473894" sldId="256"/>
            <ac:spMk id="14" creationId="{555FCFED-5C72-F37F-926B-6EDDC9BE74F9}"/>
          </ac:spMkLst>
        </pc:spChg>
        <pc:spChg chg="add mod">
          <ac:chgData name="Ant Gagen" userId="fdfd8bd4687875f8" providerId="LiveId" clId="{5C5A9CB6-5C9E-40BF-8C03-7F8C0B8E3AFC}" dt="2026-07-13T14:17:33.419" v="12" actId="1076"/>
          <ac:spMkLst>
            <pc:docMk/>
            <pc:sldMk cId="2635473894" sldId="256"/>
            <ac:spMk id="16" creationId="{040D3F11-F3D4-CD32-90E3-884423D510E1}"/>
          </ac:spMkLst>
        </pc:spChg>
        <pc:spChg chg="add mod">
          <ac:chgData name="Ant Gagen" userId="fdfd8bd4687875f8" providerId="LiveId" clId="{5C5A9CB6-5C9E-40BF-8C03-7F8C0B8E3AFC}" dt="2026-07-13T14:17:39.729" v="14" actId="1076"/>
          <ac:spMkLst>
            <pc:docMk/>
            <pc:sldMk cId="2635473894" sldId="256"/>
            <ac:spMk id="18" creationId="{A3171B15-1395-1085-9424-1B436C0A5EBB}"/>
          </ac:spMkLst>
        </pc:spChg>
        <pc:spChg chg="add mod">
          <ac:chgData name="Ant Gagen" userId="fdfd8bd4687875f8" providerId="LiveId" clId="{5C5A9CB6-5C9E-40BF-8C03-7F8C0B8E3AFC}" dt="2026-07-13T14:17:45.569" v="16" actId="1076"/>
          <ac:spMkLst>
            <pc:docMk/>
            <pc:sldMk cId="2635473894" sldId="256"/>
            <ac:spMk id="20" creationId="{8009F356-AB46-D017-7F4E-E4C06A7E7D5A}"/>
          </ac:spMkLst>
        </pc:spChg>
      </pc:sldChg>
      <pc:sldChg chg="modSp add mod">
        <pc:chgData name="Ant Gagen" userId="fdfd8bd4687875f8" providerId="LiveId" clId="{5C5A9CB6-5C9E-40BF-8C03-7F8C0B8E3AFC}" dt="2026-07-13T14:19:37.968" v="42" actId="20577"/>
        <pc:sldMkLst>
          <pc:docMk/>
          <pc:sldMk cId="940644429" sldId="257"/>
        </pc:sldMkLst>
        <pc:spChg chg="mod">
          <ac:chgData name="Ant Gagen" userId="fdfd8bd4687875f8" providerId="LiveId" clId="{5C5A9CB6-5C9E-40BF-8C03-7F8C0B8E3AFC}" dt="2026-07-13T14:19:37.968" v="42" actId="20577"/>
          <ac:spMkLst>
            <pc:docMk/>
            <pc:sldMk cId="940644429" sldId="257"/>
            <ac:spMk id="2" creationId="{A22D3563-AF3A-FC15-903F-97A3D795C00E}"/>
          </ac:spMkLst>
        </pc:spChg>
        <pc:spChg chg="mod">
          <ac:chgData name="Ant Gagen" userId="fdfd8bd4687875f8" providerId="LiveId" clId="{5C5A9CB6-5C9E-40BF-8C03-7F8C0B8E3AFC}" dt="2026-07-13T14:19:28.122" v="30" actId="207"/>
          <ac:spMkLst>
            <pc:docMk/>
            <pc:sldMk cId="940644429" sldId="257"/>
            <ac:spMk id="8" creationId="{49A146BD-CAF3-6E87-6719-4F896C86678C}"/>
          </ac:spMkLst>
        </pc:spChg>
      </pc:sldChg>
      <pc:sldChg chg="modSp add mod">
        <pc:chgData name="Ant Gagen" userId="fdfd8bd4687875f8" providerId="LiveId" clId="{5C5A9CB6-5C9E-40BF-8C03-7F8C0B8E3AFC}" dt="2026-07-13T14:20:18.267" v="56" actId="207"/>
        <pc:sldMkLst>
          <pc:docMk/>
          <pc:sldMk cId="1360440726" sldId="258"/>
        </pc:sldMkLst>
        <pc:spChg chg="mod">
          <ac:chgData name="Ant Gagen" userId="fdfd8bd4687875f8" providerId="LiveId" clId="{5C5A9CB6-5C9E-40BF-8C03-7F8C0B8E3AFC}" dt="2026-07-13T14:20:02.994" v="54" actId="20577"/>
          <ac:spMkLst>
            <pc:docMk/>
            <pc:sldMk cId="1360440726" sldId="258"/>
            <ac:spMk id="2" creationId="{93428A0E-FDC7-CB92-A041-BDF14161A450}"/>
          </ac:spMkLst>
        </pc:spChg>
        <pc:spChg chg="mod">
          <ac:chgData name="Ant Gagen" userId="fdfd8bd4687875f8" providerId="LiveId" clId="{5C5A9CB6-5C9E-40BF-8C03-7F8C0B8E3AFC}" dt="2026-07-13T14:20:18.267" v="56" actId="207"/>
          <ac:spMkLst>
            <pc:docMk/>
            <pc:sldMk cId="1360440726" sldId="258"/>
            <ac:spMk id="10" creationId="{B8002A22-C4DF-9F2C-6C31-176C5E2B0930}"/>
          </ac:spMkLst>
        </pc:spChg>
      </pc:sldChg>
      <pc:sldChg chg="modSp add mod">
        <pc:chgData name="Ant Gagen" userId="fdfd8bd4687875f8" providerId="LiveId" clId="{5C5A9CB6-5C9E-40BF-8C03-7F8C0B8E3AFC}" dt="2026-07-13T14:21:36.022" v="78" actId="14100"/>
        <pc:sldMkLst>
          <pc:docMk/>
          <pc:sldMk cId="3034100864" sldId="259"/>
        </pc:sldMkLst>
        <pc:spChg chg="mod">
          <ac:chgData name="Ant Gagen" userId="fdfd8bd4687875f8" providerId="LiveId" clId="{5C5A9CB6-5C9E-40BF-8C03-7F8C0B8E3AFC}" dt="2026-07-13T14:21:07.967" v="75" actId="20577"/>
          <ac:spMkLst>
            <pc:docMk/>
            <pc:sldMk cId="3034100864" sldId="259"/>
            <ac:spMk id="2" creationId="{00C93189-37EE-2D56-4A3C-661336C50C94}"/>
          </ac:spMkLst>
        </pc:spChg>
        <pc:spChg chg="mod">
          <ac:chgData name="Ant Gagen" userId="fdfd8bd4687875f8" providerId="LiveId" clId="{5C5A9CB6-5C9E-40BF-8C03-7F8C0B8E3AFC}" dt="2026-07-13T14:21:18.385" v="77" actId="207"/>
          <ac:spMkLst>
            <pc:docMk/>
            <pc:sldMk cId="3034100864" sldId="259"/>
            <ac:spMk id="12" creationId="{A7555C19-507B-3C97-C9F0-1DBE90EF3F47}"/>
          </ac:spMkLst>
        </pc:spChg>
        <pc:spChg chg="mod">
          <ac:chgData name="Ant Gagen" userId="fdfd8bd4687875f8" providerId="LiveId" clId="{5C5A9CB6-5C9E-40BF-8C03-7F8C0B8E3AFC}" dt="2026-07-13T14:21:36.022" v="78" actId="14100"/>
          <ac:spMkLst>
            <pc:docMk/>
            <pc:sldMk cId="3034100864" sldId="259"/>
            <ac:spMk id="14" creationId="{746FA18F-1E14-DDD2-96DD-D3CB00FEF3E3}"/>
          </ac:spMkLst>
        </pc:spChg>
      </pc:sldChg>
      <pc:sldChg chg="modSp add mod">
        <pc:chgData name="Ant Gagen" userId="fdfd8bd4687875f8" providerId="LiveId" clId="{5C5A9CB6-5C9E-40BF-8C03-7F8C0B8E3AFC}" dt="2026-07-13T14:26:21.132" v="104" actId="14100"/>
        <pc:sldMkLst>
          <pc:docMk/>
          <pc:sldMk cId="876840974" sldId="260"/>
        </pc:sldMkLst>
        <pc:spChg chg="mod">
          <ac:chgData name="Ant Gagen" userId="fdfd8bd4687875f8" providerId="LiveId" clId="{5C5A9CB6-5C9E-40BF-8C03-7F8C0B8E3AFC}" dt="2026-07-13T14:25:11.162" v="91" actId="20577"/>
          <ac:spMkLst>
            <pc:docMk/>
            <pc:sldMk cId="876840974" sldId="260"/>
            <ac:spMk id="2" creationId="{BFE22D58-B2B1-FB09-4605-3262190788DD}"/>
          </ac:spMkLst>
        </pc:spChg>
        <pc:spChg chg="mod">
          <ac:chgData name="Ant Gagen" userId="fdfd8bd4687875f8" providerId="LiveId" clId="{5C5A9CB6-5C9E-40BF-8C03-7F8C0B8E3AFC}" dt="2026-07-13T14:26:21.132" v="104" actId="14100"/>
          <ac:spMkLst>
            <pc:docMk/>
            <pc:sldMk cId="876840974" sldId="260"/>
            <ac:spMk id="14" creationId="{D716714C-05C1-42CF-3E36-E9DDDAA74F61}"/>
          </ac:spMkLst>
        </pc:spChg>
        <pc:spChg chg="mod">
          <ac:chgData name="Ant Gagen" userId="fdfd8bd4687875f8" providerId="LiveId" clId="{5C5A9CB6-5C9E-40BF-8C03-7F8C0B8E3AFC}" dt="2026-07-13T14:25:45.855" v="99" actId="1076"/>
          <ac:spMkLst>
            <pc:docMk/>
            <pc:sldMk cId="876840974" sldId="260"/>
            <ac:spMk id="16" creationId="{6CFB5691-2C73-A7A3-C20C-90EFCC263968}"/>
          </ac:spMkLst>
        </pc:spChg>
        <pc:spChg chg="mod">
          <ac:chgData name="Ant Gagen" userId="fdfd8bd4687875f8" providerId="LiveId" clId="{5C5A9CB6-5C9E-40BF-8C03-7F8C0B8E3AFC}" dt="2026-07-13T14:25:36.935" v="97" actId="1076"/>
          <ac:spMkLst>
            <pc:docMk/>
            <pc:sldMk cId="876840974" sldId="260"/>
            <ac:spMk id="18" creationId="{F6855224-6B08-5A71-2D7D-1315B71E4C43}"/>
          </ac:spMkLst>
        </pc:spChg>
      </pc:sldChg>
      <pc:sldChg chg="modSp add mod">
        <pc:chgData name="Ant Gagen" userId="fdfd8bd4687875f8" providerId="LiveId" clId="{5C5A9CB6-5C9E-40BF-8C03-7F8C0B8E3AFC}" dt="2026-07-13T14:27:41.969" v="121" actId="14100"/>
        <pc:sldMkLst>
          <pc:docMk/>
          <pc:sldMk cId="4186563818" sldId="261"/>
        </pc:sldMkLst>
        <pc:spChg chg="mod">
          <ac:chgData name="Ant Gagen" userId="fdfd8bd4687875f8" providerId="LiveId" clId="{5C5A9CB6-5C9E-40BF-8C03-7F8C0B8E3AFC}" dt="2026-07-13T14:27:06.884" v="116" actId="20577"/>
          <ac:spMkLst>
            <pc:docMk/>
            <pc:sldMk cId="4186563818" sldId="261"/>
            <ac:spMk id="2" creationId="{8AF29D56-7B60-668B-9969-A7A57C42ED52}"/>
          </ac:spMkLst>
        </pc:spChg>
        <pc:spChg chg="mod">
          <ac:chgData name="Ant Gagen" userId="fdfd8bd4687875f8" providerId="LiveId" clId="{5C5A9CB6-5C9E-40BF-8C03-7F8C0B8E3AFC}" dt="2026-07-13T14:26:12.356" v="103" actId="14100"/>
          <ac:spMkLst>
            <pc:docMk/>
            <pc:sldMk cId="4186563818" sldId="261"/>
            <ac:spMk id="14" creationId="{97785178-14C6-A996-D967-6E516DAC7891}"/>
          </ac:spMkLst>
        </pc:spChg>
        <pc:spChg chg="mod ord">
          <ac:chgData name="Ant Gagen" userId="fdfd8bd4687875f8" providerId="LiveId" clId="{5C5A9CB6-5C9E-40BF-8C03-7F8C0B8E3AFC}" dt="2026-07-13T14:27:32.129" v="120" actId="14100"/>
          <ac:spMkLst>
            <pc:docMk/>
            <pc:sldMk cId="4186563818" sldId="261"/>
            <ac:spMk id="16" creationId="{4657A6D8-1E23-F2D9-B793-81980C69B72E}"/>
          </ac:spMkLst>
        </pc:spChg>
        <pc:spChg chg="mod">
          <ac:chgData name="Ant Gagen" userId="fdfd8bd4687875f8" providerId="LiveId" clId="{5C5A9CB6-5C9E-40BF-8C03-7F8C0B8E3AFC}" dt="2026-07-13T14:27:41.969" v="121" actId="14100"/>
          <ac:spMkLst>
            <pc:docMk/>
            <pc:sldMk cId="4186563818" sldId="261"/>
            <ac:spMk id="18" creationId="{01D9A9A7-556C-DF34-36B2-EBD925C8C558}"/>
          </ac:spMkLst>
        </pc:spChg>
      </pc:sldChg>
      <pc:sldChg chg="modSp add mod">
        <pc:chgData name="Ant Gagen" userId="fdfd8bd4687875f8" providerId="LiveId" clId="{5C5A9CB6-5C9E-40BF-8C03-7F8C0B8E3AFC}" dt="2026-07-13T14:28:31.874" v="139" actId="207"/>
        <pc:sldMkLst>
          <pc:docMk/>
          <pc:sldMk cId="4198685792" sldId="262"/>
        </pc:sldMkLst>
        <pc:spChg chg="mod">
          <ac:chgData name="Ant Gagen" userId="fdfd8bd4687875f8" providerId="LiveId" clId="{5C5A9CB6-5C9E-40BF-8C03-7F8C0B8E3AFC}" dt="2026-07-13T14:28:06.488" v="135" actId="20577"/>
          <ac:spMkLst>
            <pc:docMk/>
            <pc:sldMk cId="4198685792" sldId="262"/>
            <ac:spMk id="2" creationId="{D016BA54-6CC7-9936-E905-82F3EA4831F4}"/>
          </ac:spMkLst>
        </pc:spChg>
        <pc:spChg chg="mod">
          <ac:chgData name="Ant Gagen" userId="fdfd8bd4687875f8" providerId="LiveId" clId="{5C5A9CB6-5C9E-40BF-8C03-7F8C0B8E3AFC}" dt="2026-07-13T14:28:13.823" v="136" actId="1076"/>
          <ac:spMkLst>
            <pc:docMk/>
            <pc:sldMk cId="4198685792" sldId="262"/>
            <ac:spMk id="16" creationId="{BF826644-0F6F-F364-E95D-57442CD1B3C1}"/>
          </ac:spMkLst>
        </pc:spChg>
        <pc:spChg chg="mod">
          <ac:chgData name="Ant Gagen" userId="fdfd8bd4687875f8" providerId="LiveId" clId="{5C5A9CB6-5C9E-40BF-8C03-7F8C0B8E3AFC}" dt="2026-07-13T14:28:31.874" v="139" actId="207"/>
          <ac:spMkLst>
            <pc:docMk/>
            <pc:sldMk cId="4198685792" sldId="262"/>
            <ac:spMk id="18" creationId="{161D334A-B3B3-B989-5775-318216320EDD}"/>
          </ac:spMkLst>
        </pc:spChg>
      </pc:sldChg>
      <pc:sldChg chg="modSp add mod">
        <pc:chgData name="Ant Gagen" userId="fdfd8bd4687875f8" providerId="LiveId" clId="{5C5A9CB6-5C9E-40BF-8C03-7F8C0B8E3AFC}" dt="2026-07-13T14:29:26.036" v="153" actId="207"/>
        <pc:sldMkLst>
          <pc:docMk/>
          <pc:sldMk cId="2528888821" sldId="263"/>
        </pc:sldMkLst>
        <pc:spChg chg="mod">
          <ac:chgData name="Ant Gagen" userId="fdfd8bd4687875f8" providerId="LiveId" clId="{5C5A9CB6-5C9E-40BF-8C03-7F8C0B8E3AFC}" dt="2026-07-13T14:29:01.037" v="150" actId="20577"/>
          <ac:spMkLst>
            <pc:docMk/>
            <pc:sldMk cId="2528888821" sldId="263"/>
            <ac:spMk id="2" creationId="{B23F12B5-50A4-8296-17AD-1EFEB294F6F3}"/>
          </ac:spMkLst>
        </pc:spChg>
        <pc:spChg chg="mod">
          <ac:chgData name="Ant Gagen" userId="fdfd8bd4687875f8" providerId="LiveId" clId="{5C5A9CB6-5C9E-40BF-8C03-7F8C0B8E3AFC}" dt="2026-07-13T14:29:26.036" v="153" actId="207"/>
          <ac:spMkLst>
            <pc:docMk/>
            <pc:sldMk cId="2528888821" sldId="263"/>
            <ac:spMk id="20" creationId="{02BCE859-E317-37B0-B869-3BB939BEB8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8E10A-DEB7-4F34-8E22-6B6C775775B8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68849-A21F-403F-AD23-F851B87927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931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68849-A21F-403F-AD23-F851B879275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033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DD8A-3D9E-78A7-AB79-882C7350F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F5548-1A0F-F047-9694-5509E6B9F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1E70A-4AE3-9736-47D9-2F3239A52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A7E07-B02A-A4CF-DB14-76B63C34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45E9-07A3-B942-99D4-9C9178298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45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3CEF-4480-964C-B424-8A2E8C33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D1AFD-7238-DD80-6FA6-AB8517B60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F405D-AF4C-CD37-5D46-F21FA829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473F-70D2-7875-5DDF-E08966C5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E450-C4B3-D4FE-1C85-BF12D990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14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B5EAE-E219-57B1-38C8-AC0DA7C8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A0DBE-BCA3-FB31-C7BA-350DE64E7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A417F-8C75-772A-77AC-F4F9FAE6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86E1-51DF-A6A8-F55D-AD8C8C53E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7B96-F0B4-5AEE-F25C-B2D82930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58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07EF-DD0D-66EA-CAC7-6FEB1C61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54116-DE38-D227-00FA-9A058375C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F59C4-28D5-DB74-7E50-B31A8B761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94B85-0C77-B57C-D9B5-0C2B0806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889E6-84AE-3CC7-B2DF-0684FA9F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C3474-22D8-2470-5CF3-6E805790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78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0529-D902-7205-A0F3-CDC6748A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8EECE-3C19-98D7-42E8-2F132AE6F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06F41-AFFF-5BC3-9E18-760ABE311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A4C36-201C-8B92-8E1A-17811957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8BEF9-F0E4-FA81-4A75-1E50184EC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FA2A9-6623-83D4-6997-4E48FF6D0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34C63-B6A4-6092-ED79-A66692EE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D5D98-448D-FD30-D3AA-91C3214F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64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0A0B-970B-A672-B357-1BF26622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96AF6-3A07-7F45-CA9F-20B27D76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91EE9-72FB-DE10-5FB6-4680FD86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7CD80-9EAD-BB29-4575-FE8CF614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08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534674-65CA-7E5D-CD89-1501DD9D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94F5E-7892-682F-F2AA-30F659C3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E0533-C7A8-3380-1BF0-CC354622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57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B337-8EC9-B5AA-DC2F-F660A688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BF8E-2AA4-6CA4-9F14-65546C82C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BBA9A-D882-7269-C615-750E5EB8A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E110C-AA72-76BE-34A4-E6D8B4E2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52A9F-A44A-5A58-B621-3F0F7DB3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5A329-850B-D458-EBF0-59FB51DD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20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0576-4292-91B9-2553-BDEE0EE0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3C59E-4392-5DFF-C1A6-C136AF50D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A6069-A1C5-9CD9-BE78-0B8CDC7F6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FBBAB-EA25-C683-77B7-9A5B9D45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672CA-742A-B7C3-AA35-3CFDE41F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CF0D0-4778-9F73-AD15-C3B35DAAF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72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C6EF-562B-BA8D-1631-0BFE7E8A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9EDC9-AC93-1EE1-73B1-3D8840E91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13095-FEE1-8DAB-87EE-8D664961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F7E2E-B04F-9AB5-B7B4-56A90B98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6064A-5AC0-A951-12FF-5F8943E8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18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099CE-0EBC-4EBE-83C6-410EA8C5B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5C385-F8DD-24F1-599F-D7F963079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8F7E1-ACEC-B099-27E4-BA20CE99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1E377-5F95-BA57-CDA8-EDA3820A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11F2A-C546-8897-4578-0DBFBDB1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94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12E36-D6F6-1BE5-8EB7-6B183C59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098D4-59DB-ED98-7FC7-BE0228319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672A7-147F-26BA-7266-CA4383834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B5531-2740-46D0-8C23-8D36A76F0E2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D1CF9-B19A-1D08-D059-CC59A4D65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9929B-54BE-5F7F-0576-8D5A65170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B2403-5E99-436C-9A9D-A810C79D6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09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B152-88DC-49E8-782D-CEBF7A4A3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Gill cover or operculum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B877C-9532-301A-E118-44F46782A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2AE62F-BCC5-99DE-C49E-3D2AC2070DFE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1BDB9-91FC-B70B-0922-639DBAC09191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C8184-FB6C-57A0-E79B-392A2B137A98}"/>
              </a:ext>
            </a:extLst>
          </p:cNvPr>
          <p:cNvSpPr/>
          <p:nvPr/>
        </p:nvSpPr>
        <p:spPr>
          <a:xfrm>
            <a:off x="7223760" y="1207893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FC8D0F-CD31-D760-81B1-C95ECA63A69F}"/>
              </a:ext>
            </a:extLst>
          </p:cNvPr>
          <p:cNvSpPr/>
          <p:nvPr/>
        </p:nvSpPr>
        <p:spPr>
          <a:xfrm>
            <a:off x="8961120" y="765932"/>
            <a:ext cx="1584960" cy="10476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5FCFED-5C72-F37F-926B-6EDDC9BE74F9}"/>
              </a:ext>
            </a:extLst>
          </p:cNvPr>
          <p:cNvSpPr/>
          <p:nvPr/>
        </p:nvSpPr>
        <p:spPr>
          <a:xfrm>
            <a:off x="3368040" y="475488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0D3F11-F3D4-CD32-90E3-884423D510E1}"/>
              </a:ext>
            </a:extLst>
          </p:cNvPr>
          <p:cNvSpPr/>
          <p:nvPr/>
        </p:nvSpPr>
        <p:spPr>
          <a:xfrm>
            <a:off x="4968240" y="56083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71B15-1395-1085-9424-1B436C0A5EBB}"/>
              </a:ext>
            </a:extLst>
          </p:cNvPr>
          <p:cNvSpPr/>
          <p:nvPr/>
        </p:nvSpPr>
        <p:spPr>
          <a:xfrm>
            <a:off x="5715000" y="50368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09F356-AB46-D017-7F4E-E4C06A7E7D5A}"/>
              </a:ext>
            </a:extLst>
          </p:cNvPr>
          <p:cNvSpPr/>
          <p:nvPr/>
        </p:nvSpPr>
        <p:spPr>
          <a:xfrm>
            <a:off x="7421880" y="504444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47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7691-5A16-0C06-0A1B-BEB2D4EA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3563-AF3A-FC15-903F-97A3D795C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Dorsal fin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CE19B-2BAE-100A-FD27-78E6B9795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30FD90-7F3B-34DE-6A6E-D91EC2713869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146BD-CAF3-6E87-6719-4F896C86678C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7C526-EE1E-5F9F-37AA-9D34CB181FF8}"/>
              </a:ext>
            </a:extLst>
          </p:cNvPr>
          <p:cNvSpPr/>
          <p:nvPr/>
        </p:nvSpPr>
        <p:spPr>
          <a:xfrm>
            <a:off x="7223760" y="1207893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D65499-905C-E692-A277-840074862F2B}"/>
              </a:ext>
            </a:extLst>
          </p:cNvPr>
          <p:cNvSpPr/>
          <p:nvPr/>
        </p:nvSpPr>
        <p:spPr>
          <a:xfrm>
            <a:off x="8961120" y="765932"/>
            <a:ext cx="1584960" cy="10476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A4AD-DB60-131A-096C-1786F4660088}"/>
              </a:ext>
            </a:extLst>
          </p:cNvPr>
          <p:cNvSpPr/>
          <p:nvPr/>
        </p:nvSpPr>
        <p:spPr>
          <a:xfrm>
            <a:off x="3368040" y="475488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801827-4459-DCDF-B002-DA18ED7CDFF8}"/>
              </a:ext>
            </a:extLst>
          </p:cNvPr>
          <p:cNvSpPr/>
          <p:nvPr/>
        </p:nvSpPr>
        <p:spPr>
          <a:xfrm>
            <a:off x="4968240" y="56083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CC2E2D-CD33-18F2-5408-7ADCF311CE63}"/>
              </a:ext>
            </a:extLst>
          </p:cNvPr>
          <p:cNvSpPr/>
          <p:nvPr/>
        </p:nvSpPr>
        <p:spPr>
          <a:xfrm>
            <a:off x="5715000" y="50368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A3EB7C-1CA8-98B0-854F-DB7E5C23DF8D}"/>
              </a:ext>
            </a:extLst>
          </p:cNvPr>
          <p:cNvSpPr/>
          <p:nvPr/>
        </p:nvSpPr>
        <p:spPr>
          <a:xfrm>
            <a:off x="7421880" y="504444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64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7D13-5505-F17A-A7AF-ABDE6C5D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8A0E-FDC7-CB92-A041-BDF14161A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Adipose fin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D9E6A-86AC-0839-DA37-22D7802DB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DA3DF9-D745-F37E-FF1B-F6A60A2433D9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D868D-E654-428B-B8CE-10C2460A01E6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02A22-C4DF-9F2C-6C31-176C5E2B0930}"/>
              </a:ext>
            </a:extLst>
          </p:cNvPr>
          <p:cNvSpPr/>
          <p:nvPr/>
        </p:nvSpPr>
        <p:spPr>
          <a:xfrm>
            <a:off x="7315200" y="1184787"/>
            <a:ext cx="1706880" cy="8534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CCEEA-744B-732E-994E-9D384ACC360D}"/>
              </a:ext>
            </a:extLst>
          </p:cNvPr>
          <p:cNvSpPr/>
          <p:nvPr/>
        </p:nvSpPr>
        <p:spPr>
          <a:xfrm>
            <a:off x="8961120" y="765932"/>
            <a:ext cx="1584960" cy="10476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CF0692-152E-83F1-C264-D9FB614482BB}"/>
              </a:ext>
            </a:extLst>
          </p:cNvPr>
          <p:cNvSpPr/>
          <p:nvPr/>
        </p:nvSpPr>
        <p:spPr>
          <a:xfrm>
            <a:off x="3368040" y="475488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A0596-684A-3899-5E3B-985C05BA3628}"/>
              </a:ext>
            </a:extLst>
          </p:cNvPr>
          <p:cNvSpPr/>
          <p:nvPr/>
        </p:nvSpPr>
        <p:spPr>
          <a:xfrm>
            <a:off x="4968240" y="56083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6A8DC8-5077-2738-4DF7-9C65B6BA22BE}"/>
              </a:ext>
            </a:extLst>
          </p:cNvPr>
          <p:cNvSpPr/>
          <p:nvPr/>
        </p:nvSpPr>
        <p:spPr>
          <a:xfrm>
            <a:off x="5715000" y="50368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DF473-C20A-3713-3AFF-5453C5DD5077}"/>
              </a:ext>
            </a:extLst>
          </p:cNvPr>
          <p:cNvSpPr/>
          <p:nvPr/>
        </p:nvSpPr>
        <p:spPr>
          <a:xfrm>
            <a:off x="7421880" y="504444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44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23912-BC8F-B2A0-BE59-8E4473BE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3189-37EE-2D56-4A3C-661336C50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Caudal or tail fin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E965A-76B7-B9EB-AEF4-1C2BBB2D0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4E89F6-6A08-91E9-355D-B12348E534FE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53726-0760-252D-F1FA-9DFD26F6B167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B6FA5A-8CFC-A16A-BA99-109E704C88C9}"/>
              </a:ext>
            </a:extLst>
          </p:cNvPr>
          <p:cNvSpPr/>
          <p:nvPr/>
        </p:nvSpPr>
        <p:spPr>
          <a:xfrm>
            <a:off x="7223760" y="1207893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555C19-507B-3C97-C9F0-1DBE90EF3F47}"/>
              </a:ext>
            </a:extLst>
          </p:cNvPr>
          <p:cNvSpPr/>
          <p:nvPr/>
        </p:nvSpPr>
        <p:spPr>
          <a:xfrm>
            <a:off x="8961120" y="863026"/>
            <a:ext cx="1584960" cy="10476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6FA18F-1E14-DDD2-96DD-D3CB00FEF3E3}"/>
              </a:ext>
            </a:extLst>
          </p:cNvPr>
          <p:cNvSpPr/>
          <p:nvPr/>
        </p:nvSpPr>
        <p:spPr>
          <a:xfrm>
            <a:off x="3368040" y="4754880"/>
            <a:ext cx="160020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466F16-B0B8-7F8D-0422-95C42477011D}"/>
              </a:ext>
            </a:extLst>
          </p:cNvPr>
          <p:cNvSpPr/>
          <p:nvPr/>
        </p:nvSpPr>
        <p:spPr>
          <a:xfrm>
            <a:off x="4968240" y="56083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382D1B-686A-7177-C0A9-21FA7DD71585}"/>
              </a:ext>
            </a:extLst>
          </p:cNvPr>
          <p:cNvSpPr/>
          <p:nvPr/>
        </p:nvSpPr>
        <p:spPr>
          <a:xfrm>
            <a:off x="5715000" y="50368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B592C-B5FA-BB58-7984-55E1D293C5EE}"/>
              </a:ext>
            </a:extLst>
          </p:cNvPr>
          <p:cNvSpPr/>
          <p:nvPr/>
        </p:nvSpPr>
        <p:spPr>
          <a:xfrm>
            <a:off x="7421880" y="504444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0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DCC7-304F-D317-1430-57A4B26C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2D58-B2B1-FB09-4605-326219078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Pectoral fin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8E2B6-447D-1DFE-234C-F6346F8AD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BABECD-E683-4FC0-7CEF-8A70946F6AE2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7C68C-C795-ABB7-2505-4767D52F7CFC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14AB54-CE93-6550-A597-0965554E87B5}"/>
              </a:ext>
            </a:extLst>
          </p:cNvPr>
          <p:cNvSpPr/>
          <p:nvPr/>
        </p:nvSpPr>
        <p:spPr>
          <a:xfrm>
            <a:off x="7223760" y="1207893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B52A8B-56B2-12F0-8393-50E2640B5A13}"/>
              </a:ext>
            </a:extLst>
          </p:cNvPr>
          <p:cNvSpPr/>
          <p:nvPr/>
        </p:nvSpPr>
        <p:spPr>
          <a:xfrm>
            <a:off x="8961120" y="765932"/>
            <a:ext cx="1584960" cy="10476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16714C-05C1-42CF-3E36-E9DDDAA74F61}"/>
              </a:ext>
            </a:extLst>
          </p:cNvPr>
          <p:cNvSpPr/>
          <p:nvPr/>
        </p:nvSpPr>
        <p:spPr>
          <a:xfrm>
            <a:off x="3261360" y="4663440"/>
            <a:ext cx="1600200" cy="8534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FB5691-2C73-A7A3-C20C-90EFCC263968}"/>
              </a:ext>
            </a:extLst>
          </p:cNvPr>
          <p:cNvSpPr/>
          <p:nvPr/>
        </p:nvSpPr>
        <p:spPr>
          <a:xfrm>
            <a:off x="4884420" y="524256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55224-6B08-5A71-2D7D-1315B71E4C43}"/>
              </a:ext>
            </a:extLst>
          </p:cNvPr>
          <p:cNvSpPr/>
          <p:nvPr/>
        </p:nvSpPr>
        <p:spPr>
          <a:xfrm>
            <a:off x="5707380" y="5044442"/>
            <a:ext cx="1508760" cy="6285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08F8F-06F1-EEA1-248A-8D840F973A99}"/>
              </a:ext>
            </a:extLst>
          </p:cNvPr>
          <p:cNvSpPr/>
          <p:nvPr/>
        </p:nvSpPr>
        <p:spPr>
          <a:xfrm>
            <a:off x="7421880" y="504444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84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9CAB-AA1E-08D0-7DF4-6A3F96C1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29D56-7B60-668B-9969-A7A57C42E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Lateral 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BA37D-DA31-1C29-77D6-7C325F51E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38C092-6628-C7D7-17BC-9022632D1863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8B2A77-5CC0-F21C-6287-909FFD16674B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4D886C-8F14-D9E5-CB3D-473D7383ED79}"/>
              </a:ext>
            </a:extLst>
          </p:cNvPr>
          <p:cNvSpPr/>
          <p:nvPr/>
        </p:nvSpPr>
        <p:spPr>
          <a:xfrm>
            <a:off x="7223760" y="1207893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043AC-E0C8-1E8F-4E14-76F6C3C4CAFD}"/>
              </a:ext>
            </a:extLst>
          </p:cNvPr>
          <p:cNvSpPr/>
          <p:nvPr/>
        </p:nvSpPr>
        <p:spPr>
          <a:xfrm>
            <a:off x="8961120" y="765932"/>
            <a:ext cx="1584960" cy="10476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785178-14C6-A996-D967-6E516DAC7891}"/>
              </a:ext>
            </a:extLst>
          </p:cNvPr>
          <p:cNvSpPr/>
          <p:nvPr/>
        </p:nvSpPr>
        <p:spPr>
          <a:xfrm>
            <a:off x="3368040" y="4754880"/>
            <a:ext cx="149352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D9A9A7-556C-DF34-36B2-EBD925C8C558}"/>
              </a:ext>
            </a:extLst>
          </p:cNvPr>
          <p:cNvSpPr/>
          <p:nvPr/>
        </p:nvSpPr>
        <p:spPr>
          <a:xfrm>
            <a:off x="5715000" y="5036821"/>
            <a:ext cx="1706880" cy="571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F5CF53-8593-1CF2-A060-77DAE1523891}"/>
              </a:ext>
            </a:extLst>
          </p:cNvPr>
          <p:cNvSpPr/>
          <p:nvPr/>
        </p:nvSpPr>
        <p:spPr>
          <a:xfrm>
            <a:off x="7421880" y="504444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7A6D8-1E23-F2D9-B793-81980C69B72E}"/>
              </a:ext>
            </a:extLst>
          </p:cNvPr>
          <p:cNvSpPr/>
          <p:nvPr/>
        </p:nvSpPr>
        <p:spPr>
          <a:xfrm>
            <a:off x="4770121" y="5650106"/>
            <a:ext cx="1706880" cy="6059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56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EBE4-ABD0-0A69-DFB8-DA774438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BA54-6CC7-9936-E905-82F3EA483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Pelvic fin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FCA94-DC2E-7B10-A6DD-E55660404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E360E6-5E71-9E3E-6DA1-231802DCB312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057F49-C8BB-FF80-D0B1-AF6E9E45D4F2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C86F47-D502-4A05-C342-C51033E95F5B}"/>
              </a:ext>
            </a:extLst>
          </p:cNvPr>
          <p:cNvSpPr/>
          <p:nvPr/>
        </p:nvSpPr>
        <p:spPr>
          <a:xfrm>
            <a:off x="7223760" y="1207893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0192A2-516B-EDCA-F194-0E6E88FDA52F}"/>
              </a:ext>
            </a:extLst>
          </p:cNvPr>
          <p:cNvSpPr/>
          <p:nvPr/>
        </p:nvSpPr>
        <p:spPr>
          <a:xfrm>
            <a:off x="8961120" y="765932"/>
            <a:ext cx="1584960" cy="10476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BA94EF-CA6B-8E30-2026-FB7D214AF575}"/>
              </a:ext>
            </a:extLst>
          </p:cNvPr>
          <p:cNvSpPr/>
          <p:nvPr/>
        </p:nvSpPr>
        <p:spPr>
          <a:xfrm>
            <a:off x="3368040" y="475488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826644-0F6F-F364-E95D-57442CD1B3C1}"/>
              </a:ext>
            </a:extLst>
          </p:cNvPr>
          <p:cNvSpPr/>
          <p:nvPr/>
        </p:nvSpPr>
        <p:spPr>
          <a:xfrm>
            <a:off x="4831081" y="57150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1D334A-B3B3-B989-5775-318216320EDD}"/>
              </a:ext>
            </a:extLst>
          </p:cNvPr>
          <p:cNvSpPr/>
          <p:nvPr/>
        </p:nvSpPr>
        <p:spPr>
          <a:xfrm>
            <a:off x="5684521" y="5196840"/>
            <a:ext cx="1539239" cy="4648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58DEFD-A068-8909-8E6A-6049E6C364E3}"/>
              </a:ext>
            </a:extLst>
          </p:cNvPr>
          <p:cNvSpPr/>
          <p:nvPr/>
        </p:nvSpPr>
        <p:spPr>
          <a:xfrm>
            <a:off x="7421880" y="5044442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68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33D79-4CFB-851A-2BCC-1C3DC38D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12B5-50A4-8296-17AD-1EFEB294F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0464" y="-1270317"/>
            <a:ext cx="6971071" cy="1129224"/>
          </a:xfrm>
        </p:spPr>
        <p:txBody>
          <a:bodyPr>
            <a:normAutofit/>
          </a:bodyPr>
          <a:lstStyle/>
          <a:p>
            <a:r>
              <a:rPr lang="en-GB" sz="2000" dirty="0"/>
              <a:t>Anal fin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55BC9-4575-9D8C-D2AF-89B754BAA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4" r="2167" b="9999"/>
          <a:stretch>
            <a:fillRect/>
          </a:stretch>
        </p:blipFill>
        <p:spPr>
          <a:xfrm>
            <a:off x="1524000" y="716280"/>
            <a:ext cx="8945880" cy="5455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2E9C12-40AF-ACA5-EA10-9BF699808237}"/>
              </a:ext>
            </a:extLst>
          </p:cNvPr>
          <p:cNvSpPr/>
          <p:nvPr/>
        </p:nvSpPr>
        <p:spPr>
          <a:xfrm>
            <a:off x="3154680" y="14554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36FE2-CC64-7EB0-C748-DDC6D97633B1}"/>
              </a:ext>
            </a:extLst>
          </p:cNvPr>
          <p:cNvSpPr/>
          <p:nvPr/>
        </p:nvSpPr>
        <p:spPr>
          <a:xfrm>
            <a:off x="5608320" y="53340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9F8AF-1502-B94B-2D9A-02BE976A4A00}"/>
              </a:ext>
            </a:extLst>
          </p:cNvPr>
          <p:cNvSpPr/>
          <p:nvPr/>
        </p:nvSpPr>
        <p:spPr>
          <a:xfrm>
            <a:off x="7223760" y="1207893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625D14-E6D3-8BD8-F2DF-F564829788D9}"/>
              </a:ext>
            </a:extLst>
          </p:cNvPr>
          <p:cNvSpPr/>
          <p:nvPr/>
        </p:nvSpPr>
        <p:spPr>
          <a:xfrm>
            <a:off x="8961120" y="765932"/>
            <a:ext cx="1584960" cy="10476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FFA37F-8F59-2F1A-BBCC-D08316D5F982}"/>
              </a:ext>
            </a:extLst>
          </p:cNvPr>
          <p:cNvSpPr/>
          <p:nvPr/>
        </p:nvSpPr>
        <p:spPr>
          <a:xfrm>
            <a:off x="3368040" y="475488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CF58CC-45E9-A982-05B2-51FDD38EE396}"/>
              </a:ext>
            </a:extLst>
          </p:cNvPr>
          <p:cNvSpPr/>
          <p:nvPr/>
        </p:nvSpPr>
        <p:spPr>
          <a:xfrm>
            <a:off x="4968240" y="56083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5C5E5A-FB93-B7CA-4CE7-AEDDD555B342}"/>
              </a:ext>
            </a:extLst>
          </p:cNvPr>
          <p:cNvSpPr/>
          <p:nvPr/>
        </p:nvSpPr>
        <p:spPr>
          <a:xfrm>
            <a:off x="5715000" y="5036820"/>
            <a:ext cx="1706880" cy="8534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BCE859-E317-37B0-B869-3BB939BEB868}"/>
              </a:ext>
            </a:extLst>
          </p:cNvPr>
          <p:cNvSpPr/>
          <p:nvPr/>
        </p:nvSpPr>
        <p:spPr>
          <a:xfrm>
            <a:off x="7559040" y="5044442"/>
            <a:ext cx="1584960" cy="4419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888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</Words>
  <Application>Microsoft Office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Gill cover or operculum</vt:lpstr>
      <vt:lpstr>Dorsal fin</vt:lpstr>
      <vt:lpstr>Adipose fin</vt:lpstr>
      <vt:lpstr>Caudal or tail fin</vt:lpstr>
      <vt:lpstr>Pectoral fin</vt:lpstr>
      <vt:lpstr>Lateral line</vt:lpstr>
      <vt:lpstr>Pelvic fin</vt:lpstr>
      <vt:lpstr>Anal 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Gagen | Norfolk Rivers Trust</dc:creator>
  <cp:lastModifiedBy>Ant Gagen</cp:lastModifiedBy>
  <cp:revision>1</cp:revision>
  <dcterms:created xsi:type="dcterms:W3CDTF">2026-07-13T14:14:01Z</dcterms:created>
  <dcterms:modified xsi:type="dcterms:W3CDTF">2026-07-13T14:29:26Z</dcterms:modified>
</cp:coreProperties>
</file>